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5400" b="1">
                <a:solidFill>
                  <a:srgbClr val="1A472A"/>
                </a:solidFill>
              </a:defRPr>
            </a:pPr>
            <a:r>
              <a:t>Jai Kisan, Jai Javan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FCI-Based Military RTC Ration Strategy</a:t>
            </a:r>
          </a:p>
          <a:p>
            <a:r>
              <a:t>Cabinet Committee on Security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The Problem: Private Vendor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Cost Crisis: Rising 8.3% annually vs 5-6% budget growth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Vendor Concentration: 70% from 4 companies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Quality Issues: ±25% batch variance, 12-15% rejection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Strategic Vulnerability: 15% imported spices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The Solution: FCI-Based RTC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✓ 62% cost reduction (₹71 → ₹27/unit)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100% supply reliability (20 mills, zero gaps)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80% quality improvement (±5% variance)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100% domestic content (zero import risk)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Government ownership (full autonomy)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Key Metrics - Year 1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Cost reduction: 62% (₹71 → ₹27/unit)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Annual savings: ₹1.4 Cr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Supply reliability: 100% (vs 70% current)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Quality: ±5% variance (vs ±25% current)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Jobs created: 54,700 (farmers + logistics)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5-Year Financial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Total setup: ₹2.85 Cr (Year 1)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Operating cost Year 2+: ₹1.2-1.4 Cr/year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5-year savings: ₹8.51 Cr (vs private)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ROI: 150% | Payback: 12 months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Perpetual annual savings: ₹4.5 Cr (years 2+)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Multi-Channel Sourcing (₹300 Cr)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FCI (50%): ₹150 Cr | Farmer income: ₹120 Cr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State Boards (20%): ₹60 Cr | Income: ₹50 Cr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APMC/Direct (15%): ₹45 Cr | Income: ₹42 Cr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NAFED (10%): ₹30 Cr | Income: ₹26 Cr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SFAC/FPO (5%): ₹15 Cr | Income: ₹13 Cr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TOTAL: ₹300 Cr | Farmer income: ₹251 Cr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Protein-Rich MRE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• Powdered Eggs: 15g protein, ₹18/pouch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Chicken Tikka: 18g protein, ₹50/pouch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Mutton Keema: 20g protein, ₹58/pouch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Fish Curry: 16g protein, ₹48/pouch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Soya Mock Meat: 16g protein, ₹32/pouch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• Protein Bars: 12g protein, ₹22/bar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Daily target: 53g protein (vs 8-12g current)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Implementation Timeline - 18 Months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Months 1-2: Planning &amp; Cabinet approval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Months 3-6: Mill setup (Kanpur, Panipat, Ranipet)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Months 7-9: Pilot production (100K units)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Months 10-12: Regulatory approval (FSSAI, DQA)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Months 13-18: Full scale-up (4.1M units/year)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✓ Fully operational by July 2027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Stakeholder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SOLDIERS (1.4M): Better nutrition, faster prep, regional flavors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FARMERS (50K): ₹250 Cr stable contracts, no volatility, direct linkage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DEFENSE: ₹4.5 Cr/year freed, 5-year savings ₹8.51 Cr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FCI &amp; INDIA: Strategic autonomy, Make in India, agricultural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Risk Assessment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FCI capacity: LOW | Mitigation: 20 distributed mills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Quality slippage: LOW | Mitigation: DQA + 100% testing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Supply delays: LOW | Mitigation: Multi-channel (5 sources)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Soldier acceptance: MEDIUM-LOW | Mitigation: Tasting campaigns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OVERALL RISK: LOW (vs HIGH for vendor dependency)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Cabinet Approval - Call to 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1. Approve FCI-Defense MOU (5-year implementation)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2. Authorize ₹2.85 Cr Year-1 setup budget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3. Direct FCI to begin mill modifications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4. Empower Steering Committee (Defense Secretary + Chiefs)</a:t>
            </a: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5. Direct state coordination (boards, APMC, NAFED, FPOs)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 b="1">
                <a:solidFill>
                  <a:srgbClr val="1A472A"/>
                </a:solidFill>
              </a:defRPr>
            </a:pPr>
            <a:r>
              <a:t>Strategic 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SUPPORT FARMERS: ₹250 Cr annual, 50K suppliers, 54.7K jobs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DEFEND SOLDIERS: Better nutrition, faster prep, consistency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ENSURE AUTONOMY: 100% domestic, zero vendor lock-in</a:t>
            </a:r>
          </a:p>
          <a:p>
            <a:pPr>
              <a:defRPr sz="1600">
                <a:solidFill>
                  <a:srgbClr val="333333"/>
                </a:solidFill>
              </a:defRPr>
            </a:pPr>
          </a:p>
          <a:p>
            <a:pPr>
              <a:defRPr sz="1600">
                <a:solidFill>
                  <a:srgbClr val="333333"/>
                </a:solidFill>
              </a:defRPr>
            </a:pPr>
            <a:r>
              <a:t>"Military Nutrition Excellence | Agricultural Prosperity | Strategic Independence"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